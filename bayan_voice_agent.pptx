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4328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THAT LISTENS TWICE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Bayan Company Voice Agent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loan-qualification voice agent that retrieves answers from a knowledge base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quietly re-reads the room on every turn of the call.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5943600"/>
            <a:ext cx="4572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Vapi · Deepgram · ChromaDB · FastAPI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agents answer the question.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miss the moment.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3566160" cy="26517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drifts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topics come up before required disclosures are made — and no one catches it live.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2834640"/>
            <a:ext cx="3566160" cy="26517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 compounds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3749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scripted agent keeps qualifying leads while a caller is already asking for a manager.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321040" y="2834640"/>
            <a:ext cx="3566160" cy="26517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9536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pass by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3749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caller mentions a second property or spouse's income — and the moment is gone.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systems, wired into one live decision loop.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voice agent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2606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assistant answers loan questions by retrieving grounded context from a ChromaDB knowledge base on every turn.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signal engine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749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transcript chunk is scanned for compliance gaps, frustration, payment stress, and cross-sell openings — in real time.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92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Nudge injection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4892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signals are pushed straight into the live call. Lower-priority ones ride along with the next knowledge-base answer.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spoken word to a smarter answer — in one turn.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7512" y="3200400"/>
            <a:ext cx="1965960" cy="13716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33472" y="32004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89504" y="3200400"/>
            <a:ext cx="1965960" cy="13716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26664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+ Deepgram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55464" y="32004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11496" y="3200400"/>
            <a:ext cx="1965960" cy="13716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48656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engine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patterns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77456" y="32004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33488" y="3200400"/>
            <a:ext cx="1965960" cy="13716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70648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controller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dedupes &amp; filters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299448" y="32004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55480" y="3200400"/>
            <a:ext cx="196596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92640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live or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into KB reply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5029200"/>
            <a:ext cx="10853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signals (compliance, frustration) skip the queue and reach the model on the very next turn.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doesn't just answer — it adapts.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175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live signal to injected guidance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30175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4160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types detected out of the box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30175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4160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LLM round-trips for urgent nudges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tools that already scale.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+ orchestration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assistant runtime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live transcription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 voice synthesis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+ reasoning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32004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 embeddings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signal layer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32004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webhook server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signal engine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nudge controller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hackathon demo to production line.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32004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2743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Redis-backed sessions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27432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session state off a single process so this scales across workers.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32004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3703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signal detection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37033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regex rules with a lightweight classifier trained on real call data.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754880"/>
            <a:ext cx="32004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4663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tracking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46634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nudged calls convert vs. baseline calls, not just qualitatively.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Widescreen</PresentationFormat>
  <Paragraphs>85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Ansil</cp:lastModifiedBy>
  <cp:revision>2</cp:revision>
  <dcterms:created xsi:type="dcterms:W3CDTF">2026-09-27T11:39:33Z</dcterms:created>
  <dcterms:modified xsi:type="dcterms:W3CDTF">2026-09-27T11:41:23Z</dcterms:modified>
</cp:coreProperties>
</file>